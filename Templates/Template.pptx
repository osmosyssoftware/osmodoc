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03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3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A142-67EB-4F40-620C-1FB8A6AA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5D36C9B-8C08-FEB0-25F2-59D3EDDE4D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335" y="2126120"/>
            <a:ext cx="4225644" cy="39605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58A4879-569C-D6F9-7551-06A8858BD7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48185" y="2126120"/>
            <a:ext cx="4225817" cy="396053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19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5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C2801-C597-4EDF-A28E-F316EEE2349C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191BA18-4845-4833-9438-E2C119F958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63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6" r:id="rId3"/>
    <p:sldLayoutId id="2147483655" r:id="rId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08ED-7746-C9A8-6C36-8B4973F93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8DC2E-D6FC-5FB5-B25E-FCFAFD9D06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83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4C78D-743A-1D72-6272-DC89BD5F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CA02-7E7A-E8EB-EBB1-C1441B83B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29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C14913-89F3-C47E-E278-CD17AF8F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8803F4-DC49-9395-60FF-6551938C75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FEA520-A98E-61E1-DBB4-2E406C2CE8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782315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9D27A-C609-01AE-D6B5-B0A047F0F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77FD56-511A-7273-A9D2-EC11094A6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7467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Times New Roman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kumar</dc:creator>
  <cp:lastModifiedBy>alok kumar</cp:lastModifiedBy>
  <cp:revision>10</cp:revision>
  <dcterms:created xsi:type="dcterms:W3CDTF">2025-09-10T12:50:49Z</dcterms:created>
  <dcterms:modified xsi:type="dcterms:W3CDTF">2025-09-11T15:11:44Z</dcterms:modified>
</cp:coreProperties>
</file>