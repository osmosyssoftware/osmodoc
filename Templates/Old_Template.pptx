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99" d="100"/>
          <a:sy n="99" d="100"/>
        </p:scale>
        <p:origin x="12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03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3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5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C2801-C597-4EDF-A28E-F316EEE2349C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191BA18-4845-4833-9438-E2C119F958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63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08ED-7746-C9A8-6C36-8B4973F93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8DC2E-D6FC-5FB5-B25E-FCFAFD9D06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83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4C78D-743A-1D72-6272-DC89BD5FB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BCA02-7E7A-E8EB-EBB1-C1441B83B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29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9D27A-C609-01AE-D6B5-B0A047F0F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77FD56-511A-7273-A9D2-EC11094A6C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7467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Times New Roman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kumar</dc:creator>
  <cp:lastModifiedBy>alok kumar</cp:lastModifiedBy>
  <cp:revision>5</cp:revision>
  <dcterms:created xsi:type="dcterms:W3CDTF">2025-09-10T12:50:49Z</dcterms:created>
  <dcterms:modified xsi:type="dcterms:W3CDTF">2025-09-10T17:00:48Z</dcterms:modified>
</cp:coreProperties>
</file>